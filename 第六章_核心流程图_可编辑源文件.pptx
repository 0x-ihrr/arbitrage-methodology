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6.1　链上套利的时间—空间坐标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7357" y="2045336"/>
            <a:ext cx="2235695" cy="1235675"/>
          </a:xfrm>
          <a:prstGeom prst="roundRect">
            <a:avLst>
              <a:gd name="adj" fmla="val 5920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0161" y="2080641"/>
            <a:ext cx="2070088" cy="11650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同链 同资产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同一区块内尝试原子闭环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54078" y="2045336"/>
            <a:ext cx="2235695" cy="1235675"/>
          </a:xfrm>
          <a:prstGeom prst="roundRect">
            <a:avLst>
              <a:gd name="adj" fmla="val 5920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6882" y="2080641"/>
            <a:ext cx="2070088" cy="11650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跨交易场所 跨账户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秒至分钟完成两腿执行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10799" y="2045336"/>
            <a:ext cx="2235695" cy="1235675"/>
          </a:xfrm>
          <a:prstGeom prst="roundRect">
            <a:avLst>
              <a:gd name="adj" fmla="val 5920"/>
            </a:avLst>
          </a:prstGeom>
          <a:solidFill>
            <a:srgbClr val="FFF4DA"/>
          </a:solidFill>
          <a:ln w="1778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3603" y="2080641"/>
            <a:ext cx="2070088" cy="11650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跨链 跨资产形态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小时至数日完成结算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3052" y="2663174"/>
            <a:ext cx="62102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89773" y="2663174"/>
            <a:ext cx="62102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15205" y="3669366"/>
            <a:ext cx="571344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909498" y="3528146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跨越空间增加 → 时间 信用与资金占用通常增加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6.2　从屏幕价差到完整周期损益的判断漏斗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7357" y="1303931"/>
            <a:ext cx="2235695" cy="1023845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0161" y="1339236"/>
            <a:ext cx="2070088" cy="9532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 价差只是线索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54078" y="1303931"/>
            <a:ext cx="2235695" cy="1023845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6882" y="1339236"/>
            <a:ext cx="2070088" cy="9532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 核验价值与身份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不一致则放弃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10799" y="1303931"/>
            <a:ext cx="2235695" cy="1023845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3603" y="1339236"/>
            <a:ext cx="2070088" cy="9532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 指定规模 Quote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不可成交则停止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7357" y="3104486"/>
            <a:ext cx="2235695" cy="1023845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161" y="3139791"/>
            <a:ext cx="2070088" cy="9532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 验证闭环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缺边则停止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54078" y="3104486"/>
            <a:ext cx="2235695" cy="1023845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6882" y="3139791"/>
            <a:ext cx="2070088" cy="9532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 周期损益与压力测试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无余量则观察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10799" y="3104486"/>
            <a:ext cx="2235695" cy="1023845"/>
          </a:xfrm>
          <a:prstGeom prst="roundRect">
            <a:avLst>
              <a:gd name="adj" fmla="val 7145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3603" y="3139791"/>
            <a:ext cx="2070088" cy="9532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 可执行候选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实时复算并人工授权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33052" y="1815853"/>
            <a:ext cx="62102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89773" y="1815853"/>
            <a:ext cx="62102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28646" y="2327776"/>
            <a:ext cx="0" cy="77671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10799" y="3616409"/>
            <a:ext cx="-62102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54078" y="3616409"/>
            <a:ext cx="-62102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6.3　经济价值与四类价格锚的关系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7357" y="2292471"/>
            <a:ext cx="1738874" cy="1059150"/>
          </a:xfrm>
          <a:prstGeom prst="roundRect">
            <a:avLst>
              <a:gd name="adj" fmla="val 6907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0161" y="2327776"/>
            <a:ext cx="1573267" cy="9885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同一经济价值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先确认经济权利相同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3052" y="1198016"/>
            <a:ext cx="1656070" cy="953235"/>
          </a:xfrm>
          <a:prstGeom prst="roundRect">
            <a:avLst>
              <a:gd name="adj" fmla="val 7674"/>
            </a:avLst>
          </a:prstGeom>
          <a:solidFill>
            <a:srgbClr val="F4F7F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5856" y="1233321"/>
            <a:ext cx="1490463" cy="88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订单簿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方向与档位深度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3052" y="2892656"/>
            <a:ext cx="1656070" cy="953235"/>
          </a:xfrm>
          <a:prstGeom prst="roundRect">
            <a:avLst>
              <a:gd name="adj" fmla="val 7674"/>
            </a:avLst>
          </a:prstGeom>
          <a:solidFill>
            <a:srgbClr val="F4F7F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5856" y="2927961"/>
            <a:ext cx="1490463" cy="88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AMM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储备 曲线 费率 规模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5943" y="1198016"/>
            <a:ext cx="1656070" cy="953235"/>
          </a:xfrm>
          <a:prstGeom prst="roundRect">
            <a:avLst>
              <a:gd name="adj" fmla="val 7674"/>
            </a:avLst>
          </a:prstGeom>
          <a:solidFill>
            <a:srgbClr val="F4F7F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47" y="1233321"/>
            <a:ext cx="1490463" cy="88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发行赎回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资格 时段 兑付能力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5943" y="2892656"/>
            <a:ext cx="1656070" cy="953235"/>
          </a:xfrm>
          <a:prstGeom prst="roundRect">
            <a:avLst>
              <a:gd name="adj" fmla="val 7674"/>
            </a:avLst>
          </a:prstGeom>
          <a:solidFill>
            <a:srgbClr val="F4F7F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8747" y="2927961"/>
            <a:ext cx="1490463" cy="88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预言机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数据源与更新条件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8834" y="2292471"/>
            <a:ext cx="1407660" cy="1059150"/>
          </a:xfrm>
          <a:prstGeom prst="roundRect">
            <a:avLst>
              <a:gd name="adj" fmla="val 6907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1638" y="2327776"/>
            <a:ext cx="1242053" cy="9885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可用价格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指定时点与规模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6231" y="2822046"/>
            <a:ext cx="496821" cy="-1147413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89122" y="1674633"/>
            <a:ext cx="2649712" cy="1147413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36231" y="2822046"/>
            <a:ext cx="496821" cy="5472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9122" y="3369274"/>
            <a:ext cx="2649712" cy="-5472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336231" y="2822046"/>
            <a:ext cx="2649712" cy="-1147413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42013" y="1674633"/>
            <a:ext cx="496821" cy="1147413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36231" y="2822046"/>
            <a:ext cx="2649712" cy="5472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42013" y="3369274"/>
            <a:ext cx="496821" cy="-5472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6.4　从价格影响到实际滑点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7357" y="1409846"/>
            <a:ext cx="1573267" cy="882625"/>
          </a:xfrm>
          <a:prstGeom prst="roundRect">
            <a:avLst>
              <a:gd name="adj" fmla="val 8288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0161" y="1445151"/>
            <a:ext cx="1407660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输入规模增加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67445" y="1409846"/>
            <a:ext cx="1573267" cy="882625"/>
          </a:xfrm>
          <a:prstGeom prst="roundRect">
            <a:avLst>
              <a:gd name="adj" fmla="val 8288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0249" y="1445151"/>
            <a:ext cx="1407660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消耗更深流动性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37533" y="1409846"/>
            <a:ext cx="1573267" cy="882625"/>
          </a:xfrm>
          <a:prstGeom prst="roundRect">
            <a:avLst>
              <a:gd name="adj" fmla="val 8288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0336" y="1445151"/>
            <a:ext cx="1407660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价格影响增加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07620" y="1409846"/>
            <a:ext cx="1738874" cy="882625"/>
          </a:xfrm>
          <a:prstGeom prst="roundRect">
            <a:avLst>
              <a:gd name="adj" fmla="val 8288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0424" y="1445151"/>
            <a:ext cx="1573267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更新指定规模输出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70624" y="1851158"/>
            <a:ext cx="496821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40712" y="1851158"/>
            <a:ext cx="496821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10799" y="1851158"/>
            <a:ext cx="496821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7357" y="3245706"/>
            <a:ext cx="1821677" cy="882625"/>
          </a:xfrm>
          <a:prstGeom prst="roundRect">
            <a:avLst>
              <a:gd name="adj" fmla="val 8288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161" y="3281011"/>
            <a:ext cx="1656070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报价到执行之间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状态变化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3052" y="3245706"/>
            <a:ext cx="2070088" cy="882625"/>
          </a:xfrm>
          <a:prstGeom prst="roundRect">
            <a:avLst>
              <a:gd name="adj" fmla="val 8288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15856" y="3281011"/>
            <a:ext cx="1904481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实际成交偏离 Quote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2764" y="3245706"/>
            <a:ext cx="1242053" cy="882625"/>
          </a:xfrm>
          <a:prstGeom prst="roundRect">
            <a:avLst>
              <a:gd name="adj" fmla="val 8288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5568" y="3281011"/>
            <a:ext cx="1076446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实际滑点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1638" y="3245706"/>
            <a:ext cx="1324856" cy="882625"/>
          </a:xfrm>
          <a:prstGeom prst="roundRect">
            <a:avLst>
              <a:gd name="adj" fmla="val 8288"/>
            </a:avLst>
          </a:prstGeom>
          <a:solidFill>
            <a:srgbClr val="FFF4DA"/>
          </a:solidFill>
          <a:ln w="1778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4441" y="3281011"/>
            <a:ext cx="1159249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失效条件与压力情景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19034" y="3687019"/>
            <a:ext cx="41401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03140" y="3687019"/>
            <a:ext cx="579625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24817" y="3687019"/>
            <a:ext cx="496821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6.5　压力事件中 USDC 三个价格锚的临时分离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329873" y="3351621"/>
            <a:ext cx="2484105" cy="882625"/>
          </a:xfrm>
          <a:prstGeom prst="roundRect">
            <a:avLst>
              <a:gd name="adj" fmla="val 8288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12677" y="3386926"/>
            <a:ext cx="2318498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储备可回收价值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受银行与监管处置影响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29873" y="2327776"/>
            <a:ext cx="2484105" cy="812015"/>
          </a:xfrm>
          <a:prstGeom prst="roundRect">
            <a:avLst>
              <a:gd name="adj" fmla="val 9009"/>
            </a:avLst>
          </a:prstGeom>
          <a:solidFill>
            <a:srgbClr val="FFF4DA"/>
          </a:solidFill>
          <a:ln w="1778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2677" y="2363081"/>
            <a:ext cx="2318498" cy="74140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发行赎回价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受资格 时段与通道影响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9873" y="1268626"/>
            <a:ext cx="2484105" cy="812015"/>
          </a:xfrm>
          <a:prstGeom prst="roundRect">
            <a:avLst>
              <a:gd name="adj" fmla="val 9009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2677" y="1303931"/>
            <a:ext cx="2318498" cy="74140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二级市场成交价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受流动性与恐慌影响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压力期可快速偏离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7357" y="3351621"/>
            <a:ext cx="1987284" cy="882625"/>
          </a:xfrm>
          <a:prstGeom prst="roundRect">
            <a:avLst>
              <a:gd name="adj" fmla="val 8288"/>
            </a:avLst>
          </a:prstGeom>
          <a:solidFill>
            <a:srgbClr val="F4F7F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161" y="3386926"/>
            <a:ext cx="1821677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监管与银行信息更新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59210" y="2327776"/>
            <a:ext cx="1987284" cy="812015"/>
          </a:xfrm>
          <a:prstGeom prst="roundRect">
            <a:avLst>
              <a:gd name="adj" fmla="val 9009"/>
            </a:avLst>
          </a:prstGeom>
          <a:solidFill>
            <a:srgbClr val="F4F7FA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2013" y="2363081"/>
            <a:ext cx="1821677" cy="74140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赎回积压与操作能力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1926" y="3351621"/>
            <a:ext cx="0" cy="-21183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1926" y="2327776"/>
            <a:ext cx="0" cy="-247135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584641" y="3792934"/>
            <a:ext cx="74523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59210" y="2733784"/>
            <a:ext cx="-74523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triangle"/>
            <a:tailEnd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6.6　带证据状态的市场闭环示例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4178" y="1409846"/>
            <a:ext cx="1904481" cy="953235"/>
          </a:xfrm>
          <a:prstGeom prst="roundRect">
            <a:avLst>
              <a:gd name="adj" fmla="val 7674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982" y="1445151"/>
            <a:ext cx="1738874" cy="88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USDC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链 A 钱包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45192" y="1409846"/>
            <a:ext cx="1904481" cy="953235"/>
          </a:xfrm>
          <a:prstGeom prst="roundRect">
            <a:avLst>
              <a:gd name="adj" fmla="val 7674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7996" y="1445151"/>
            <a:ext cx="1738874" cy="88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链 A 钱包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45192" y="3351621"/>
            <a:ext cx="1904481" cy="953235"/>
          </a:xfrm>
          <a:prstGeom prst="roundRect">
            <a:avLst>
              <a:gd name="adj" fmla="val 7674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7996" y="3386926"/>
            <a:ext cx="1738874" cy="88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交易所账户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4178" y="3351621"/>
            <a:ext cx="1904481" cy="953235"/>
          </a:xfrm>
          <a:prstGeom prst="roundRect">
            <a:avLst>
              <a:gd name="adj" fmla="val 7674"/>
            </a:avLst>
          </a:prstGeom>
          <a:solidFill>
            <a:srgbClr val="FFF4DA"/>
          </a:solidFill>
          <a:ln w="1778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982" y="3386926"/>
            <a:ext cx="1738874" cy="88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USDC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交易所账户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98659" y="1886463"/>
            <a:ext cx="3146533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909498" y="1745243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Swap　已核验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97432" y="2363081"/>
            <a:ext cx="0" cy="9885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35004" y="2716131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Transfer　已核验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98659" y="3828239"/>
            <a:ext cx="3146533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triangl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909498" y="3687019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Sell　待核验容量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46419" y="2363081"/>
            <a:ext cx="0" cy="9885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triangl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383991" y="2716131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Withdraw　待核验资格与时延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6.7　原子路径与非原子路径的失败结果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7357" y="1092101"/>
            <a:ext cx="3808961" cy="282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7A6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原子路径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7357" y="1551066"/>
            <a:ext cx="1490463" cy="776710"/>
          </a:xfrm>
          <a:prstGeom prst="roundRect">
            <a:avLst>
              <a:gd name="adj" fmla="val 9418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0161" y="1586371"/>
            <a:ext cx="1324856" cy="7061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原子路径开始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3052" y="1445151"/>
            <a:ext cx="1656070" cy="988540"/>
          </a:xfrm>
          <a:prstGeom prst="diamond">
            <a:avLst>
              <a:gd name="adj" fmla="val 7400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5856" y="1480456"/>
            <a:ext cx="1490463" cy="9179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所有步骤同一交易成功？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17157" y="1198016"/>
            <a:ext cx="1407660" cy="776710"/>
          </a:xfrm>
          <a:prstGeom prst="roundRect">
            <a:avLst>
              <a:gd name="adj" fmla="val 9418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9961" y="1233321"/>
            <a:ext cx="1242053" cy="7061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闭环完成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17157" y="2186556"/>
            <a:ext cx="1656070" cy="882625"/>
          </a:xfrm>
          <a:prstGeom prst="roundRect">
            <a:avLst>
              <a:gd name="adj" fmla="val 8288"/>
            </a:avLst>
          </a:prstGeom>
          <a:solidFill>
            <a:srgbClr val="FDECEC"/>
          </a:solidFill>
          <a:ln w="17780">
            <a:solidFill>
              <a:srgbClr val="B8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9961" y="2221861"/>
            <a:ext cx="1490463" cy="81201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状态回滚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仍可能损失 Gas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87820" y="1939421"/>
            <a:ext cx="74523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9122" y="1762896"/>
            <a:ext cx="828035" cy="-176525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240712" y="1533413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是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9122" y="2115946"/>
            <a:ext cx="828035" cy="49427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240712" y="2221861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7357" y="3175096"/>
            <a:ext cx="3808961" cy="282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E9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非原子路径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7357" y="3634061"/>
            <a:ext cx="1490463" cy="776710"/>
          </a:xfrm>
          <a:prstGeom prst="roundRect">
            <a:avLst>
              <a:gd name="adj" fmla="val 9418"/>
            </a:avLst>
          </a:prstGeom>
          <a:solidFill>
            <a:srgbClr val="E8F0F8"/>
          </a:solidFill>
          <a:ln w="17780">
            <a:solidFill>
              <a:srgbClr val="2D6E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161" y="3669366"/>
            <a:ext cx="1324856" cy="7061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非原子路径开始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67445" y="3634061"/>
            <a:ext cx="1324856" cy="776710"/>
          </a:xfrm>
          <a:prstGeom prst="roundRect">
            <a:avLst>
              <a:gd name="adj" fmla="val 9418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50249" y="3669366"/>
            <a:ext cx="1159249" cy="7061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第一腿成交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1926" y="3528146"/>
            <a:ext cx="1573267" cy="988540"/>
          </a:xfrm>
          <a:prstGeom prst="diamond">
            <a:avLst>
              <a:gd name="adj" fmla="val 7400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729" y="3563451"/>
            <a:ext cx="1407660" cy="9179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第二腿与结算完成？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90424" y="3281011"/>
            <a:ext cx="1656070" cy="635490"/>
          </a:xfrm>
          <a:prstGeom prst="roundRect">
            <a:avLst>
              <a:gd name="adj" fmla="val 11511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3227" y="3316316"/>
            <a:ext cx="1490463" cy="56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闭环完成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4817" y="4022416"/>
            <a:ext cx="1821677" cy="564880"/>
          </a:xfrm>
          <a:prstGeom prst="roundRect">
            <a:avLst>
              <a:gd name="adj" fmla="val 12950"/>
            </a:avLst>
          </a:prstGeom>
          <a:solidFill>
            <a:srgbClr val="FDECEC"/>
          </a:solidFill>
          <a:ln w="17780">
            <a:solidFill>
              <a:srgbClr val="B84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7620" y="4057721"/>
            <a:ext cx="1656070" cy="49427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留下方向敞口 库存或资金占用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87820" y="4022416"/>
            <a:ext cx="579625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992301" y="4022416"/>
            <a:ext cx="579625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45192" y="3775281"/>
            <a:ext cx="745232" cy="-176525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855380" y="3545799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45192" y="4269551"/>
            <a:ext cx="579625" cy="35305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772576" y="4145984"/>
            <a:ext cx="1324856" cy="2824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否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6.8　历史套利从两池输出到执行合约净增加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14554" y="2080641"/>
            <a:ext cx="952240" cy="1306285"/>
          </a:xfrm>
          <a:prstGeom prst="roundRect">
            <a:avLst>
              <a:gd name="adj" fmla="val 7682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7357" y="2115946"/>
            <a:ext cx="786633" cy="12356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闪电贷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1,000 WETH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15205" y="2080641"/>
            <a:ext cx="1076446" cy="1306285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8008" y="2115946"/>
            <a:ext cx="910839" cy="12356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Uniswap 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1,293,896.750456 DAI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98659" y="2080641"/>
            <a:ext cx="993642" cy="130628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463" y="2115946"/>
            <a:ext cx="828035" cy="12356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SushiSwap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1,045.621665 WETH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2113" y="2080641"/>
            <a:ext cx="993642" cy="1306285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4917" y="2115946"/>
            <a:ext cx="828035" cy="12356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归还本金与费用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1,000.9 WETH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2764" y="2080641"/>
            <a:ext cx="869437" cy="1306285"/>
          </a:xfrm>
          <a:prstGeom prst="roundRect">
            <a:avLst>
              <a:gd name="adj" fmla="val 8414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65568" y="2115946"/>
            <a:ext cx="703830" cy="12356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剩余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44.721665 WETH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59210" y="2080641"/>
            <a:ext cx="869437" cy="1306285"/>
          </a:xfrm>
          <a:prstGeom prst="roundRect">
            <a:avLst>
              <a:gd name="adj" fmla="val 8414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2013" y="2115946"/>
            <a:ext cx="703830" cy="12356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支付矿工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40.249499 ETH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655" y="2080641"/>
            <a:ext cx="993642" cy="1306285"/>
          </a:xfrm>
          <a:prstGeom prst="roundRect">
            <a:avLst>
              <a:gd name="adj" fmla="val 7362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18459" y="2115946"/>
            <a:ext cx="828035" cy="12356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本笔交易净增加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4.472167 WETH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6794" y="2733784"/>
            <a:ext cx="248411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91650" y="2733784"/>
            <a:ext cx="20700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92301" y="2733784"/>
            <a:ext cx="28981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75755" y="2733784"/>
            <a:ext cx="20700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52201" y="2733784"/>
            <a:ext cx="20700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28646" y="2733784"/>
            <a:ext cx="20700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94178" y="3775281"/>
            <a:ext cx="6955494" cy="3530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区块 11,912,416　2021-02-23 09:15:56 UTC　同一交易内完成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17450"/>
            <a:ext cx="8419999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 6.9　链上价差候选的八项终检与停止关口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1750" y="863501"/>
            <a:ext cx="685800" cy="50750"/>
          </a:xfrm>
          <a:prstGeom prst="rect">
            <a:avLst/>
          </a:prstGeom>
          <a:solidFill>
            <a:srgbClr val="137A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6143" y="4851350"/>
            <a:ext cx="8445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第六章核心图　可编辑源文件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4178" y="1127406"/>
            <a:ext cx="4554193" cy="307154"/>
          </a:xfrm>
          <a:prstGeom prst="roundRect">
            <a:avLst>
              <a:gd name="adj" fmla="val 23816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982" y="1162711"/>
            <a:ext cx="4388586" cy="236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 合约与 Chain ID 一致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4178" y="1554596"/>
            <a:ext cx="4554193" cy="307154"/>
          </a:xfrm>
          <a:prstGeom prst="roundRect">
            <a:avLst>
              <a:gd name="adj" fmla="val 23816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6982" y="1589901"/>
            <a:ext cx="4388586" cy="236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 前置状态与区块一致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4178" y="1981787"/>
            <a:ext cx="4554193" cy="307154"/>
          </a:xfrm>
          <a:prstGeom prst="roundRect">
            <a:avLst>
              <a:gd name="adj" fmla="val 23816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6982" y="2017092"/>
            <a:ext cx="4388586" cy="236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 Quote 仍在有效窗口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4178" y="2408978"/>
            <a:ext cx="4554193" cy="307154"/>
          </a:xfrm>
          <a:prstGeom prst="roundRect">
            <a:avLst>
              <a:gd name="adj" fmla="val 23816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982" y="2444283"/>
            <a:ext cx="4388586" cy="236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 输出与成本没有重复计算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4178" y="2836168"/>
            <a:ext cx="4554193" cy="307154"/>
          </a:xfrm>
          <a:prstGeom prst="roundRect">
            <a:avLst>
              <a:gd name="adj" fmla="val 23816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982" y="2871473"/>
            <a:ext cx="4388586" cy="236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 赎回与账户资格存在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4178" y="3263359"/>
            <a:ext cx="4554193" cy="307154"/>
          </a:xfrm>
          <a:prstGeom prst="roundRect">
            <a:avLst>
              <a:gd name="adj" fmla="val 23816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6982" y="3298664"/>
            <a:ext cx="4388586" cy="236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 指定规模保留收益余量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4178" y="3690549"/>
            <a:ext cx="4554193" cy="307154"/>
          </a:xfrm>
          <a:prstGeom prst="roundRect">
            <a:avLst>
              <a:gd name="adj" fmla="val 23816"/>
            </a:avLst>
          </a:prstGeom>
          <a:solidFill>
            <a:srgbClr val="FFFFFF"/>
          </a:solidFill>
          <a:ln w="1778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982" y="3725854"/>
            <a:ext cx="4388586" cy="236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失败资金位置与损失清楚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4178" y="4117740"/>
            <a:ext cx="4554193" cy="307154"/>
          </a:xfrm>
          <a:prstGeom prst="roundRect">
            <a:avLst>
              <a:gd name="adj" fmla="val 23816"/>
            </a:avLst>
          </a:prstGeom>
          <a:solidFill>
            <a:srgbClr val="E8F5F2"/>
          </a:solidFill>
          <a:ln w="17780">
            <a:solidFill>
              <a:srgbClr val="137A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6982" y="4153045"/>
            <a:ext cx="4388586" cy="236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 判断是否值得继续研究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71275" y="1434559"/>
            <a:ext cx="0" cy="12003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71275" y="1861750"/>
            <a:ext cx="0" cy="12003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71275" y="2288941"/>
            <a:ext cx="0" cy="12003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71275" y="2716131"/>
            <a:ext cx="0" cy="12003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71275" y="3143322"/>
            <a:ext cx="0" cy="12003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71275" y="3570512"/>
            <a:ext cx="0" cy="12003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71275" y="3997703"/>
            <a:ext cx="0" cy="12003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559210" y="2363081"/>
            <a:ext cx="1904481" cy="812015"/>
          </a:xfrm>
          <a:prstGeom prst="roundRect">
            <a:avLst>
              <a:gd name="adj" fmla="val 9009"/>
            </a:avLst>
          </a:prstGeom>
          <a:solidFill>
            <a:srgbClr val="FDECEC"/>
          </a:solidFill>
          <a:ln w="17780">
            <a:solidFill>
              <a:srgbClr val="B84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2013" y="2398386"/>
            <a:ext cx="1738874" cy="74140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待核验或放弃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停止研究并记录缺口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48371" y="1708173"/>
            <a:ext cx="910839" cy="1060915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669280" y="1453896"/>
            <a:ext cx="960120" cy="28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前置状态不明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48371" y="2562554"/>
            <a:ext cx="910839" cy="20653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669280" y="2286000"/>
            <a:ext cx="960120" cy="28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费用口径不清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flipV="1">
            <a:off x="5648371" y="2769089"/>
            <a:ext cx="910839" cy="64784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669280" y="3474720"/>
            <a:ext cx="960120" cy="28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缺少收益余量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新知坐标出版社书稿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AI辅助链上研究：套利机会与交易成本分析 核心图</dc:title>
  <dc:subject>第六章核心流程图可编辑源文件</dc:subject>
  <dc:creator>第六章作者</dc:creator>
  <cp:lastModifiedBy>第六章作者</cp:lastModifiedBy>
  <cp:revision>1</cp:revision>
  <dcterms:created xsi:type="dcterms:W3CDTF">2026-09-29T05:10:46Z</dcterms:created>
  <dcterms:modified xsi:type="dcterms:W3CDTF">2026-09-29T05:10:46Z</dcterms:modified>
</cp:coreProperties>
</file>